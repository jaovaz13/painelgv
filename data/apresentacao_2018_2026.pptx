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Série Histórica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8692949.952145064</c:v>
                </c:pt>
                <c:pt idx="1">
                  <c:v>9086822.196856562</c:v>
                </c:pt>
                <c:pt idx="2">
                  <c:v>9479618.287893984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Série Histórica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6223879.0</c:v>
                </c:pt>
                <c:pt idx="1">
                  <c:v>6772786.0</c:v>
                </c:pt>
                <c:pt idx="2">
                  <c:v>6737553.0</c:v>
                </c:pt>
                <c:pt idx="3">
                  <c:v>7382104.0</c:v>
                </c:pt>
                <c:pt idx="4">
                  <c:v>8028769.0</c:v>
                </c:pt>
                <c:pt idx="5">
                  <c:v>8612266.0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9144000" cy="18288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Secretaria Municipal de Desenvolvimento, Ciência, Tecnologia e Inovação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Resumo Executivo Socioeconômico – Governador Valadares/MG</a:t>
            </a:r>
          </a:p>
          <a:p>
            <a:pPr>
              <a:defRPr sz="1800">
                <a:solidFill>
                  <a:srgbClr val="3B82F6"/>
                </a:solidFill>
              </a:defRPr>
            </a:pPr>
            <a:r>
              <a:t>Série Analisada: 2018 a 2026</a:t>
            </a:r>
          </a:p>
        </p:txBody>
      </p:sp>
      <p:pic>
        <p:nvPicPr>
          <p:cNvPr id="5" name="Picture 4" descr="logo_prefei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82880"/>
            <a:ext cx="1371600" cy="4555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Observatório Socioeconômico Governador Valadares/MG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PIB_ESTIMADO (PROJECAO_INTERNA)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97280"/>
          <a:ext cx="82296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846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t>Análise: Crescimento moderado (+9.0%)</a:t>
            </a:r>
          </a:p>
          <a:p>
            <a:r>
              <a:t>No período de 2024 a 2026, o indicador apresentou **crescimento moderado**. A variação total foi de **+9.0%**, com uma taxa anual média (CAGR) de **4.4%**. O valor saiu de 8.692.949,95 para 9.479.618,29.</a:t>
            </a:r>
          </a:p>
        </p:txBody>
      </p:sp>
      <p:pic>
        <p:nvPicPr>
          <p:cNvPr id="5" name="Picture 4" descr="logo_prefei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371600" cy="4555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Observatório Socioeconômico Governador Valadares/MG |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PIB_TOTAL (IBGE)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97280"/>
          <a:ext cx="82296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846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t>Análise: Crescimento forte (+38.4%)</a:t>
            </a:r>
          </a:p>
          <a:p>
            <a:r>
              <a:t>No período de 2018 a 2023, o indicador apresentou **crescimento forte**. A variação total foi de **+38.4%**, com uma taxa anual média (CAGR) de **6.7%**. O valor saiu de 6.223.879,00 para 8.612.266,00.</a:t>
            </a:r>
          </a:p>
        </p:txBody>
      </p:sp>
      <p:pic>
        <p:nvPicPr>
          <p:cNvPr id="5" name="Picture 4" descr="logo_prefei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"/>
            <a:ext cx="1371600" cy="4555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Observatório Socioeconômico Governador Valadares/MG |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